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SI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3" d="100"/>
          <a:sy n="43" d="100"/>
        </p:scale>
        <p:origin x="72" y="97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F5E61C-3B6D-4504-DE3F-69D7B71155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SI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95962AB-E9B1-0930-5F05-AD6CCDD355E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SI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10A0D0-56A8-A1AF-1599-451A7CE2A3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028128-8D7D-490B-9B4E-64A74EEFA389}" type="datetimeFigureOut">
              <a:rPr lang="en-SI" smtClean="0"/>
              <a:t>27/01/2026</a:t>
            </a:fld>
            <a:endParaRPr lang="en-SI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F007B6-AF62-1306-DF57-18D3C9E12F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I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BEA7FA-0880-EE87-3DFE-900A45FDFF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1BB515-028B-4855-81D6-F68972465E07}" type="slidenum">
              <a:rPr lang="en-SI" smtClean="0"/>
              <a:t>‹#›</a:t>
            </a:fld>
            <a:endParaRPr lang="en-SI"/>
          </a:p>
        </p:txBody>
      </p:sp>
    </p:spTree>
    <p:extLst>
      <p:ext uri="{BB962C8B-B14F-4D97-AF65-F5344CB8AC3E}">
        <p14:creationId xmlns:p14="http://schemas.microsoft.com/office/powerpoint/2010/main" val="18595567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B3546E-0AEC-BE7F-17B7-C0549D0DB8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I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D02F58-E67A-4661-3675-29C519DB35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I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83914C-AC5E-B10C-445C-D21333F843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028128-8D7D-490B-9B4E-64A74EEFA389}" type="datetimeFigureOut">
              <a:rPr lang="en-SI" smtClean="0"/>
              <a:t>27/01/2026</a:t>
            </a:fld>
            <a:endParaRPr lang="en-SI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E9345F-E205-4088-8FF2-97AEED8094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I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B79265-5151-FDF4-6211-F249C8E483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1BB515-028B-4855-81D6-F68972465E07}" type="slidenum">
              <a:rPr lang="en-SI" smtClean="0"/>
              <a:t>‹#›</a:t>
            </a:fld>
            <a:endParaRPr lang="en-SI"/>
          </a:p>
        </p:txBody>
      </p:sp>
    </p:spTree>
    <p:extLst>
      <p:ext uri="{BB962C8B-B14F-4D97-AF65-F5344CB8AC3E}">
        <p14:creationId xmlns:p14="http://schemas.microsoft.com/office/powerpoint/2010/main" val="30810438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A882C9-3A9D-8A51-561D-85A8D72EA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SI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7F9969-0FEF-AD3E-7C0E-8305358EC5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C36765-BC82-E5CD-8149-52757EC861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028128-8D7D-490B-9B4E-64A74EEFA389}" type="datetimeFigureOut">
              <a:rPr lang="en-SI" smtClean="0"/>
              <a:t>27/01/2026</a:t>
            </a:fld>
            <a:endParaRPr lang="en-SI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3E83CA-DB07-653A-6D77-A151C9F5C4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I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493936-384E-CC52-F664-9F3DCA120F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1BB515-028B-4855-81D6-F68972465E07}" type="slidenum">
              <a:rPr lang="en-SI" smtClean="0"/>
              <a:t>‹#›</a:t>
            </a:fld>
            <a:endParaRPr lang="en-SI"/>
          </a:p>
        </p:txBody>
      </p:sp>
    </p:spTree>
    <p:extLst>
      <p:ext uri="{BB962C8B-B14F-4D97-AF65-F5344CB8AC3E}">
        <p14:creationId xmlns:p14="http://schemas.microsoft.com/office/powerpoint/2010/main" val="19260546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6F3078-6F11-CDC8-6686-7A303C4DE6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I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39469D-2D70-FB87-E0F0-76AC6B2CF13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I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C5671E2-F949-592B-E7FD-0C7F814B9C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I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B72D856-180E-01E9-69E6-0FD16E45C5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028128-8D7D-490B-9B4E-64A74EEFA389}" type="datetimeFigureOut">
              <a:rPr lang="en-SI" smtClean="0"/>
              <a:t>27/01/2026</a:t>
            </a:fld>
            <a:endParaRPr lang="en-SI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7C5DAD-8579-EE54-1582-4DCD46734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I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5DC7D7A-87A5-19FB-8950-5B05FF38F3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1BB515-028B-4855-81D6-F68972465E07}" type="slidenum">
              <a:rPr lang="en-SI" smtClean="0"/>
              <a:t>‹#›</a:t>
            </a:fld>
            <a:endParaRPr lang="en-SI"/>
          </a:p>
        </p:txBody>
      </p:sp>
    </p:spTree>
    <p:extLst>
      <p:ext uri="{BB962C8B-B14F-4D97-AF65-F5344CB8AC3E}">
        <p14:creationId xmlns:p14="http://schemas.microsoft.com/office/powerpoint/2010/main" val="24100543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B95CA4-82D8-9C8A-0CA2-BDEFE92786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SI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69B6C6-29F5-D343-3087-36B4A33BFA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718DDAC-FB46-80FC-C3DC-B8FD215141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I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9596DB3-C52C-7357-F0A2-D4A28FD87EA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E4FDC39-17C9-DA2B-6FD2-E4947E91C83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I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89237EB-C5CC-9AD9-5BF7-9B32F09732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028128-8D7D-490B-9B4E-64A74EEFA389}" type="datetimeFigureOut">
              <a:rPr lang="en-SI" smtClean="0"/>
              <a:t>27/01/2026</a:t>
            </a:fld>
            <a:endParaRPr lang="en-SI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B5B3F4-3D97-3F9C-068B-D60AA86211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I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0DB1CC8-35EB-B502-AEA4-73DACA0481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1BB515-028B-4855-81D6-F68972465E07}" type="slidenum">
              <a:rPr lang="en-SI" smtClean="0"/>
              <a:t>‹#›</a:t>
            </a:fld>
            <a:endParaRPr lang="en-SI"/>
          </a:p>
        </p:txBody>
      </p:sp>
    </p:spTree>
    <p:extLst>
      <p:ext uri="{BB962C8B-B14F-4D97-AF65-F5344CB8AC3E}">
        <p14:creationId xmlns:p14="http://schemas.microsoft.com/office/powerpoint/2010/main" val="26974698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9298D5-C14E-3589-4EA3-F9CFDB44D1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I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5DE35F6-2EC1-2444-CB26-ACBBDDD50E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028128-8D7D-490B-9B4E-64A74EEFA389}" type="datetimeFigureOut">
              <a:rPr lang="en-SI" smtClean="0"/>
              <a:t>27/01/2026</a:t>
            </a:fld>
            <a:endParaRPr lang="en-SI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2ABB273-A05C-D043-54EA-E5D8088ACC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I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690DE7E-CDB8-40C9-6242-6FFF349607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1BB515-028B-4855-81D6-F68972465E07}" type="slidenum">
              <a:rPr lang="en-SI" smtClean="0"/>
              <a:t>‹#›</a:t>
            </a:fld>
            <a:endParaRPr lang="en-SI"/>
          </a:p>
        </p:txBody>
      </p:sp>
    </p:spTree>
    <p:extLst>
      <p:ext uri="{BB962C8B-B14F-4D97-AF65-F5344CB8AC3E}">
        <p14:creationId xmlns:p14="http://schemas.microsoft.com/office/powerpoint/2010/main" val="24133423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67529F2-FD06-5AEC-6C19-87B3698D42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028128-8D7D-490B-9B4E-64A74EEFA389}" type="datetimeFigureOut">
              <a:rPr lang="en-SI" smtClean="0"/>
              <a:t>27/01/2026</a:t>
            </a:fld>
            <a:endParaRPr lang="en-SI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4BEB3BF-1EEB-E0F6-3587-12F1BAA334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I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F5A778-4A93-EB9F-EF81-DF62EC539C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1BB515-028B-4855-81D6-F68972465E07}" type="slidenum">
              <a:rPr lang="en-SI" smtClean="0"/>
              <a:t>‹#›</a:t>
            </a:fld>
            <a:endParaRPr lang="en-SI"/>
          </a:p>
        </p:txBody>
      </p:sp>
    </p:spTree>
    <p:extLst>
      <p:ext uri="{BB962C8B-B14F-4D97-AF65-F5344CB8AC3E}">
        <p14:creationId xmlns:p14="http://schemas.microsoft.com/office/powerpoint/2010/main" val="2660940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283196-6AF9-697C-AEF7-96931C5B2A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I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7A1B50-178C-4204-2681-0413B34DF9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I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1D11C3C-3D3E-389D-5EE7-E02FBD8F5A1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800B515-5A70-9A96-DE01-C4141CAE31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028128-8D7D-490B-9B4E-64A74EEFA389}" type="datetimeFigureOut">
              <a:rPr lang="en-SI" smtClean="0"/>
              <a:t>27/01/2026</a:t>
            </a:fld>
            <a:endParaRPr lang="en-SI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19AD55-62D4-4F8A-91B5-265C902E98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I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CB4139-84F8-D00B-E303-10DA1CDD46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1BB515-028B-4855-81D6-F68972465E07}" type="slidenum">
              <a:rPr lang="en-SI" smtClean="0"/>
              <a:t>‹#›</a:t>
            </a:fld>
            <a:endParaRPr lang="en-SI"/>
          </a:p>
        </p:txBody>
      </p:sp>
    </p:spTree>
    <p:extLst>
      <p:ext uri="{BB962C8B-B14F-4D97-AF65-F5344CB8AC3E}">
        <p14:creationId xmlns:p14="http://schemas.microsoft.com/office/powerpoint/2010/main" val="32405893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31BA82-BCBB-574A-B422-2B6102788E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I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0A17536-5A5C-8E93-0B16-478741E4320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SI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55308E0-6F3A-EA51-F028-682E3CFDCF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359865E-4EC0-EEF8-8E85-AB459B077C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028128-8D7D-490B-9B4E-64A74EEFA389}" type="datetimeFigureOut">
              <a:rPr lang="en-SI" smtClean="0"/>
              <a:t>27/01/2026</a:t>
            </a:fld>
            <a:endParaRPr lang="en-SI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CC8A2D1-15F7-FCEF-9E95-9DFDD3F841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I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11E7F9B-67B6-3714-A1DF-9475ABD64A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1BB515-028B-4855-81D6-F68972465E07}" type="slidenum">
              <a:rPr lang="en-SI" smtClean="0"/>
              <a:t>‹#›</a:t>
            </a:fld>
            <a:endParaRPr lang="en-SI"/>
          </a:p>
        </p:txBody>
      </p:sp>
    </p:spTree>
    <p:extLst>
      <p:ext uri="{BB962C8B-B14F-4D97-AF65-F5344CB8AC3E}">
        <p14:creationId xmlns:p14="http://schemas.microsoft.com/office/powerpoint/2010/main" val="6924087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E3B165-8435-69D0-04B1-D8BB818497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I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E6826E6-AB95-E72F-5F0F-523EF1DE042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I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FEC4E9-A37F-0D62-5A32-7336E2C2F1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028128-8D7D-490B-9B4E-64A74EEFA389}" type="datetimeFigureOut">
              <a:rPr lang="en-SI" smtClean="0"/>
              <a:t>27/01/2026</a:t>
            </a:fld>
            <a:endParaRPr lang="en-SI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E72C47-1FC2-BA28-AD1F-3D19D9D38E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I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19F895-29EB-A6AF-C4E8-FA030E595D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1BB515-028B-4855-81D6-F68972465E07}" type="slidenum">
              <a:rPr lang="en-SI" smtClean="0"/>
              <a:t>‹#›</a:t>
            </a:fld>
            <a:endParaRPr lang="en-SI"/>
          </a:p>
        </p:txBody>
      </p:sp>
    </p:spTree>
    <p:extLst>
      <p:ext uri="{BB962C8B-B14F-4D97-AF65-F5344CB8AC3E}">
        <p14:creationId xmlns:p14="http://schemas.microsoft.com/office/powerpoint/2010/main" val="24250965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B6862FF-B9CA-9B4D-38D7-CA749C54FCA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SI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0771711-C2E5-D6A2-4FF0-11FD67D48F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I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DD4CD2-17E6-4845-93C6-507099D387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028128-8D7D-490B-9B4E-64A74EEFA389}" type="datetimeFigureOut">
              <a:rPr lang="en-SI" smtClean="0"/>
              <a:t>27/01/2026</a:t>
            </a:fld>
            <a:endParaRPr lang="en-SI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C5C91B-AF6B-5BB0-FA02-4294290DAD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I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CEACFC-3EDF-0F3D-F95C-70567A1A79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1BB515-028B-4855-81D6-F68972465E07}" type="slidenum">
              <a:rPr lang="en-SI" smtClean="0"/>
              <a:t>‹#›</a:t>
            </a:fld>
            <a:endParaRPr lang="en-SI"/>
          </a:p>
        </p:txBody>
      </p:sp>
    </p:spTree>
    <p:extLst>
      <p:ext uri="{BB962C8B-B14F-4D97-AF65-F5344CB8AC3E}">
        <p14:creationId xmlns:p14="http://schemas.microsoft.com/office/powerpoint/2010/main" val="26926743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9A4C4CE-1359-8A42-A431-D3C16D1ADB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SI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265854-4A06-CDC8-2689-E8D5314EBE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I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93A39D-E0D0-D8D7-89A7-AECB8A99A9C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3028128-8D7D-490B-9B4E-64A74EEFA389}" type="datetimeFigureOut">
              <a:rPr lang="en-SI" smtClean="0"/>
              <a:t>27/01/2026</a:t>
            </a:fld>
            <a:endParaRPr lang="en-SI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244555-2639-658A-F46C-8363495137A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SI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484332-A3F6-9968-DFC2-C57239F6885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D1BB515-028B-4855-81D6-F68972465E07}" type="slidenum">
              <a:rPr lang="en-SI" smtClean="0"/>
              <a:t>‹#›</a:t>
            </a:fld>
            <a:endParaRPr lang="en-SI"/>
          </a:p>
        </p:txBody>
      </p:sp>
    </p:spTree>
    <p:extLst>
      <p:ext uri="{BB962C8B-B14F-4D97-AF65-F5344CB8AC3E}">
        <p14:creationId xmlns:p14="http://schemas.microsoft.com/office/powerpoint/2010/main" val="36624167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SI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65D39E-CD58-0329-ED52-5FDDEB483A5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Smart Energy pilot</a:t>
            </a:r>
            <a:endParaRPr lang="en-SI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656D349-5148-0EBE-D32D-A3025AC89C2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SI"/>
          </a:p>
        </p:txBody>
      </p:sp>
    </p:spTree>
    <p:extLst>
      <p:ext uri="{BB962C8B-B14F-4D97-AF65-F5344CB8AC3E}">
        <p14:creationId xmlns:p14="http://schemas.microsoft.com/office/powerpoint/2010/main" val="30981643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116369-66E5-7E1A-4796-626F1ADF77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Architecture</a:t>
            </a:r>
            <a:endParaRPr lang="en-SI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4837093-9CCE-B3FA-13D2-08380733B9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1601" y="353585"/>
            <a:ext cx="5862917" cy="61508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50881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673B46-1BE5-D381-6AE7-5A33FC3329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2B1AB3-ED7D-376F-44FC-8B10C3661B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 - Active Learning reaches target performance with fewer labels</a:t>
            </a:r>
            <a:endParaRPr lang="en-SI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11C177-FEE3-FE58-AA90-C0D5962D20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SI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C10296A-5DC9-ECF1-926B-B52ED6488B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612" y="1690688"/>
            <a:ext cx="4972744" cy="375337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D2ECE87-388C-1F6D-2623-8A2171CD4F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2530" y="1557076"/>
            <a:ext cx="4801270" cy="37438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62258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14</Words>
  <Application>Microsoft Office PowerPoint</Application>
  <PresentationFormat>Widescreen</PresentationFormat>
  <Paragraphs>3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Smart Energy pilot</vt:lpstr>
      <vt:lpstr>Architecture</vt:lpstr>
      <vt:lpstr>Results - Active Learning reaches target performance with fewer labels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LESKOVEC, GAŠPER</dc:creator>
  <cp:lastModifiedBy>LESKOVEC, GAŠPER</cp:lastModifiedBy>
  <cp:revision>1</cp:revision>
  <dcterms:created xsi:type="dcterms:W3CDTF">2026-01-27T15:01:25Z</dcterms:created>
  <dcterms:modified xsi:type="dcterms:W3CDTF">2026-01-27T15:11:49Z</dcterms:modified>
</cp:coreProperties>
</file>